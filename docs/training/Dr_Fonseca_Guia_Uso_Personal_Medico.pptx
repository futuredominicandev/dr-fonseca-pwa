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md/Documents/dr-fonseca-pwa/recovered-repo/public/fonsec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822960"/>
            <a:ext cx="5394960" cy="11704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240280"/>
            <a:ext cx="9921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Comunicación Médica Privada Dr. Fonseca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74520" y="3218688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D9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para el personal médico.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D9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de capacitación para el uso diario del portal.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3840480" y="4069080"/>
            <a:ext cx="4480560" cy="0"/>
          </a:xfrm>
          <a:prstGeom prst="line">
            <a:avLst/>
          </a:prstGeom>
          <a:noFill/>
          <a:ln w="19050">
            <a:solidFill>
              <a:srgbClr val="6FB6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03120" y="43434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para el personal médico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983480" y="6245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BD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Ramon Diaz, DIT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permite comunicarse con pacientes en tiempo real, organizar conversaciones y mantener información importante en un solo lugar.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tipo WhatsApp con lista de pacientes a la izquierda, chat abierto a la derecha, mensajes en burbujas claras y barra inferior para escribir.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Ingresar al portal.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un paciente.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mensajes, archivos y datos importantes.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desde la misma pantalla.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de sesión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miembro del personal entra con sus datos autorizados. Esto ayuda a proteger la privacidad de los pacientes.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blanca y azul con el logotipo arriba, campos de usuario y contraseña, y botón principal para ingresar.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la aplicación.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usuario y contraseña.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Iniciar sesión.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Esperar a que abra la pantalla principal.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Fonseca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680960" y="2286000"/>
            <a:ext cx="2971800" cy="2286000"/>
          </a:xfrm>
          <a:prstGeom prst="roundRect">
            <a:avLst>
              <a:gd name="adj" fmla="val 4000"/>
            </a:avLst>
          </a:prstGeom>
          <a:solidFill>
            <a:srgbClr val="F8FB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38160" y="2532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Iniciar sesión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964424" y="29900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955280" y="318211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64424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955280" y="368503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955280" y="4160520"/>
            <a:ext cx="2423160" cy="365760"/>
          </a:xfrm>
          <a:prstGeom prst="roundRect">
            <a:avLst>
              <a:gd name="adj" fmla="val 20000"/>
            </a:avLst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55280" y="4270248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principal: Inbox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Inbox muestra los pacientes disponibles para el usuario. Desde aquí se abre cada conversación.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vertical de pacientes con foto circular a la izquierda, nombre en negritas, último mensaje debajo, hora a la derecha y contador de mensajes nuevos.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la lista de pacientes.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mensajes pendientes.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la búsqueda si hay muchos pacientes.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un paciente para abrir su chat.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abrir un paciente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abrir un paciente se muestra su conversación, datos básicos y herramientas de comunicación.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con encabezado del paciente, foto de perfil, nombre, botones de llamada y área central con mensajes ordenados por fecha.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o ubicar al paciente.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su nombre.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el chat correcto esté abierto.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los mensajes recientes antes de responder.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enviar mensajes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mensajes se envían en tiempo real y quedan dentro del historial del paciente.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inferior del chat con campo de texto redondeado, botón de enviar, botón de adjuntar y mensajes en burbujas tipo WhatsApp.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el campo de mensaje.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la respuesta.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que el texto sea claro.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Enviar.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enviar fotos y videos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personal puede enviar imágenes o videos relacionados con la atención del paciente.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 de adjuntos con opciones para cámara, galería o archivo; vista previa antes de enviar el contenido.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el botón de adjuntar.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foto, video o cámara.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la vista previa.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únicamente si corresponde al paciente correcto.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8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grabar notas de voz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notas de voz ayudan cuando es más rápido explicar algo hablando.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de micrófono en la barra inferior, indicador de grabación y pantalla de revisión antes de enviar.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el botón de micrófono.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Grabar el mensaje.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la nota de voz.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o cancelar si necesita repetirse.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9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Respuestas rápidas con diagonal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rápidas permiten contestar frases frecuentes sin escribirlas desde cero.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de mensaje con una diagonal escrita y una lista emergente de respuestas guardadas, como saludos o indicaciones comunes.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el campo de mensaje.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diagonal.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la respuesta deseada.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el texto antes de enviarlo.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10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de emergencia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botón de emergencia facilita contactar rápidamente al consultorio correspondiente.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visible dentro del chat o área del paciente, con estilo destacado y acceso rápido a llamada.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el chat del paciente.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Localizar el botón de emergencia o llamada.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el botón.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se marque al consultorio correcto.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del paciente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perfil reúne información importante del paciente, como procedimiento, fecha, idioma y datos clínicos básicos.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lateral con foto del paciente, nombre, procedimiento, consultorio, datos principales y equipo asignado.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el chat del paciente.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el perfil o información del paciente.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datos importantes.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el perfil para regresar al chat.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del paciente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796528" y="2221992"/>
            <a:ext cx="603504" cy="603504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55480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823960" y="306324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42832" y="313639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Procedimiento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8823960" y="347472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42832" y="354787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Consultorio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8823960" y="388620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942832" y="395935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asignado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823960" y="429768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42832" y="437083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y documentos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permite consultar documentos, fotos y archivos relacionados con la atención.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Galería organizada con pestañas para imágenes, audios, documentos y material del paciente.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el chat del paciente.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Entrar a la sección de archivos o medios.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el tipo de archivo.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el documento o imagen necesaria.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del paciente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796528" y="2221992"/>
            <a:ext cx="603504" cy="603504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55480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823960" y="306324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42832" y="313639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Procedimiento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8823960" y="347472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42832" y="354787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Consultorio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8823960" y="388620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942832" y="395935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asignado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823960" y="429768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42832" y="437083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del personal y del paciente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Algunos archivos o notas son internos del personal médico. Otros son visibles para el paciente.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principal con mensajes normales y sección separada de notas internas o material reservado para el equipo.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si el contenido es para el paciente o para el equipo.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notas internas solo para información del personal.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al paciente únicamente contenido aprobado.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antes de compartir archivos sensibles.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de pacientes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búsqueda permite encontrar rápidamente un paciente por nombre, teléfono, correo o procedimiento.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Barra de búsqueda arriba de la lista de pacientes, con resultados que se actualizan al escribir.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la barra de búsqueda.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nombre, teléfono o procedimiento.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los resultados.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Tocar el paciente correcto.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entre consultorios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organiza pacientes y equipo según el consultorio correspondiente: Guadalajara o Tijuana.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Opciones Guadalajara y Tijuana en botones claros, con la selección resaltada en azul.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el consultorio del paciente.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Guadalajara o Tijuana cuando corresponda.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que el equipo asignado sea correcto.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o abrir el chat del paciente.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asignado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asignado define quién puede ver el chat del paciente dentro del portal. No es necesario enviar enlaces al personal.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Sección con filtros por Guadalajara, Tijuana y elegidos; lista de doctores y personal con casillas para seleccionar.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la sección Equipo asignado.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por consultorio si es necesario.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solo al personal que atenderá al paciente.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antes de crear el chat.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del paciente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796528" y="2221992"/>
            <a:ext cx="603504" cy="603504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555480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Paciente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823960" y="306324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42832" y="313639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Procedimiento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8823960" y="347472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42832" y="354787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Consultorio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8823960" y="388620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942832" y="395935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asignado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823960" y="4297680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F2F7FB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42832" y="437083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del Proyecto y Desarrollo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aplicación es un sistema complejo diseñado para comunicación médica privada, manejo de pacientes, mensajes, archivos y trabajo entre consultorios.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Composición profesional con varias pantallas: Inbox, chat, perfil del paciente, archivos y panel administrativo.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que el sistema conecta varias funciones importantes.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Usarlo como herramienta central de comunicación.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la información dentro del portal.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Reportar oportunidades de mejora conforme se use en la clínica.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18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profesional del sistema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fue diseñado y desarrollado completamente por Ramon Diaz, DIT. Requirió planeación, diseño, pruebas y mejora continua.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simple con cuatro bloques: diseño, desarrollo, pruebas y mejora continua.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que no es una página simple.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Valorar que integra comunicación, pacientes y archivos.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Usarlo de forma consistente.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mejoras conforme crezcan las necesidades de la clínica.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pic>
        <p:nvPicPr>
          <p:cNvPr id="3" name="Image 0" descr="/Users/rmd/Documents/dr-fonseca-pwa/recovered-repo/public/fonseca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10896"/>
            <a:ext cx="16916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6920" y="347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de uso del portal médico | 19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841248"/>
            <a:ext cx="5806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sobre la dirección del proyecto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Originalmente, la dirección del proyecto era diferente. La tecnología y la estructura se actualizaron para adaptarse mejor a las necesidades reales de la clínica y a su crecimiento a largo plazo.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2359152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AF5FF"/>
          </a:solidFill>
          <a:ln w="12700">
            <a:solidFill>
              <a:srgbClr val="CFE5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5420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75E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 visual de la pantalla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4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de evolución con tres etapas: idea inicial, ajuste profesional y sistema actual para clínica.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13232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4005072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" y="40645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78992" y="40142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 que el sistema evolucionó.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713232" y="4443984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" y="45034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078992" y="4453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facilidad de uso para el personal.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13232" y="4882896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" y="49423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78992" y="4892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enfoque en seguridad y organización.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321808"/>
            <a:ext cx="246888" cy="246888"/>
          </a:xfrm>
          <a:prstGeom prst="ellipse">
            <a:avLst/>
          </a:prstGeom>
          <a:solidFill>
            <a:srgbClr val="2F78D6"/>
          </a:solidFill>
          <a:ln w="12700">
            <a:solidFill>
              <a:srgbClr val="2F78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" y="538124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1078992" y="53309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63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Seguir usando la versión más actualizada.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5240">
            <a:solidFill>
              <a:srgbClr val="D9E4F2"/>
            </a:solidFill>
            <a:prstDash val="solid"/>
          </a:ln>
          <a:effectLst>
            <a:outerShdw sx="100000" sy="100000" kx="0" ky="0" algn="bl" rotWithShape="0" blurRad="25400" dist="50800" dir="2700000">
              <a:srgbClr val="AAB7C4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03720" y="1234440"/>
            <a:ext cx="4526280" cy="566928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1417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1984248"/>
            <a:ext cx="1325880" cy="3383280"/>
          </a:xfrm>
          <a:prstGeom prst="rect">
            <a:avLst/>
          </a:prstGeom>
          <a:solidFill>
            <a:srgbClr val="F2F7FB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2167128"/>
            <a:ext cx="228600" cy="228600"/>
          </a:xfrm>
          <a:prstGeom prst="ellipse">
            <a:avLst/>
          </a:prstGeom>
          <a:solidFill>
            <a:srgbClr val="2F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70648" y="2185416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70648" y="2322576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2880360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70648" y="2898648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70648" y="3035808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78040" y="3593592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70648" y="3611880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70648" y="3749040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4306824"/>
            <a:ext cx="228600" cy="228600"/>
          </a:xfrm>
          <a:prstGeom prst="ellipse">
            <a:avLst/>
          </a:prstGeom>
          <a:solidFill>
            <a:srgbClr val="AFC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70648" y="4325112"/>
            <a:ext cx="676656" cy="54864"/>
          </a:xfrm>
          <a:prstGeom prst="rect">
            <a:avLst/>
          </a:prstGeom>
          <a:solidFill>
            <a:srgbClr val="20364D"/>
          </a:solidFill>
          <a:ln w="12700">
            <a:solidFill>
              <a:srgbClr val="20364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70648" y="4462272"/>
            <a:ext cx="804672" cy="45720"/>
          </a:xfrm>
          <a:prstGeom prst="rect">
            <a:avLst/>
          </a:prstGeom>
          <a:solidFill>
            <a:srgbClr val="9AA8B6"/>
          </a:solidFill>
          <a:ln w="12700">
            <a:solidFill>
              <a:srgbClr val="9AA8B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984248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23960" y="22402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0" y="2862072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DDF7D8"/>
          </a:solidFill>
          <a:ln w="12700">
            <a:solidFill>
              <a:srgbClr val="BDEBB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23960" y="3483864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96528" y="4892040"/>
            <a:ext cx="2139696" cy="29260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3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md/Documents/dr-fonseca-pwa/recovered-repo/public/fonsec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822960"/>
            <a:ext cx="5394960" cy="11704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240280"/>
            <a:ext cx="9921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874520" y="3218688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D9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es que el personal pueda comunicarse con pacientes de forma clara, rápida y ordenada, sin depender de grupos externos.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3840480" y="4069080"/>
            <a:ext cx="4480560" cy="0"/>
          </a:xfrm>
          <a:prstGeom prst="line">
            <a:avLst/>
          </a:prstGeom>
          <a:noFill/>
          <a:ln w="19050">
            <a:solidFill>
              <a:srgbClr val="6FB6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03120" y="434340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médica privada, organizada y segura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983480" y="6245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BD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Ramon Diaz, DIT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Dr. Miguel Fonseca · Siluety Plastic Surgery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Fonseca | Guía de uso del portal médico</dc:title>
  <dc:subject>Guía de uso para el personal médico</dc:subject>
  <dc:creator>Ramon Diaz, DIT</dc:creator>
  <cp:lastModifiedBy>Ramon Diaz, DIT</cp:lastModifiedBy>
  <cp:revision>1</cp:revision>
  <dcterms:created xsi:type="dcterms:W3CDTF">2026-05-01T04:07:50Z</dcterms:created>
  <dcterms:modified xsi:type="dcterms:W3CDTF">2026-05-01T04:07:50Z</dcterms:modified>
</cp:coreProperties>
</file>